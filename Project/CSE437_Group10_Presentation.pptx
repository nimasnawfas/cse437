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A2676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A26769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437 — Machine Learning Project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Malignant vs. Benign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Tumors from Cell Nuclei Features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502920" cy="36576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09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Naim Mahmud Peyas</a:t>
            </a:r>
            <a:pPr indent="0" marL="0">
              <a:buNone/>
            </a:pPr>
            <a:r>
              <a:rPr lang="en-US" sz="15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22301646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297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Waess Karnee</a:t>
            </a:r>
            <a:pPr indent="0" marL="0">
              <a:buNone/>
            </a:pPr>
            <a:r>
              <a:rPr lang="en-US" sz="15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23301454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5504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Samin Safwan</a:t>
            </a:r>
            <a:pPr indent="0" marL="0">
              <a:buNone/>
            </a:pPr>
            <a:r>
              <a:rPr lang="en-US" sz="15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23301388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diagnostic measurements to a trained classifier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3A253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57784" y="2459736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2953512"/>
            <a:ext cx="127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 samples,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nuclei features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29384" y="2935224"/>
            <a:ext cx="164592" cy="164592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233172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3A253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57984" y="2459736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176272" y="2953512"/>
            <a:ext cx="127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 / empty col,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diagnosis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9584" y="2935224"/>
            <a:ext cx="164592" cy="164592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12" name="Shape 10"/>
          <p:cNvSpPr/>
          <p:nvPr/>
        </p:nvSpPr>
        <p:spPr>
          <a:xfrm>
            <a:off x="3703320" y="233172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3A253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758184" y="2459736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t-tests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76472" y="2953512"/>
            <a:ext cx="127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significance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9784" y="2935224"/>
            <a:ext cx="164592" cy="164592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0" y="233172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3A253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58384" y="2459736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376672" y="2953512"/>
            <a:ext cx="127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scaling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features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9984" y="2935224"/>
            <a:ext cx="164592" cy="164592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20" name="Shape 18"/>
          <p:cNvSpPr/>
          <p:nvPr/>
        </p:nvSpPr>
        <p:spPr>
          <a:xfrm>
            <a:off x="6903720" y="233172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3A253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958584" y="2459736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2953512"/>
            <a:ext cx="127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components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95% variance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30184" y="2935224"/>
            <a:ext cx="164592" cy="164592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233172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76200" dist="25400" dir="5400000">
              <a:srgbClr val="3A2530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558784" y="2459736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577072" y="2953512"/>
            <a:ext cx="127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&amp; RF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930384" y="2935224"/>
            <a:ext cx="164592" cy="164592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04120" y="233172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3A2530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158984" y="2459736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0177272" y="2953512"/>
            <a:ext cx="127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accuracy for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models; deeper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for the best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 </a:t>
            </a:r>
            <a:pPr indent="0" marL="0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cleaning, EDA and statistical testing confirm which features separate the classes.   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 →  standardized features are compressed with PCA, then classified with three models — Logistic Regression, Decision Tree, and Random Forest — compared on a held-out test set.</a:t>
            </a:r>
            <a:pPr indent="0" marL="0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CE2D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Breast Cancer Wisconsin (Diagnostic) — 357 benign, 212 malignant samples, 30 real-valued nuclei features (radius, texture, perimeter, area, smoothness, etc.), each measured as mean, standard error, and "worst" value.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compared on PCA-reduced features, evaluated on a 20% held-out test 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14800" cy="402336"/>
          </a:xfrm>
          <a:prstGeom prst="rect">
            <a:avLst/>
          </a:prstGeom>
          <a:solidFill>
            <a:srgbClr val="6D2E46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728216" cy="402336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276856" y="1417320"/>
            <a:ext cx="11932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 Reg.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470148" y="1417320"/>
            <a:ext cx="11932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19656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819656"/>
            <a:ext cx="1728216" cy="402336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276856" y="1819656"/>
            <a:ext cx="11932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98.25%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70148" y="1819656"/>
            <a:ext cx="11932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92.11%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21992"/>
            <a:ext cx="4114800" cy="402336"/>
          </a:xfrm>
          <a:prstGeom prst="rect">
            <a:avLst/>
          </a:prstGeom>
          <a:solidFill>
            <a:srgbClr val="ECE2D0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221992"/>
            <a:ext cx="1728216" cy="402336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276856" y="2221992"/>
            <a:ext cx="11932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70148" y="2221992"/>
            <a:ext cx="11932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624328"/>
            <a:ext cx="1728216" cy="402336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276856" y="2624328"/>
            <a:ext cx="11932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470148" y="2624328"/>
            <a:ext cx="11932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026664"/>
            <a:ext cx="4114800" cy="402336"/>
          </a:xfrm>
          <a:prstGeom prst="rect">
            <a:avLst/>
          </a:prstGeom>
          <a:solidFill>
            <a:srgbClr val="ECE2D0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026664"/>
            <a:ext cx="1728216" cy="402336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276856" y="3026664"/>
            <a:ext cx="11932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470148" y="3026664"/>
            <a:ext cx="11932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429000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429000"/>
            <a:ext cx="1728216" cy="402336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(Acc.)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276856" y="3429000"/>
            <a:ext cx="11932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93.86%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470148" y="3429000"/>
            <a:ext cx="11932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3977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achieves the highest accuracy among all three models (98.25%), with perfect malignant precision (1.00) and strong recall (0.95). Detailed precision/recall/F1 were computed only for the top model.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pic>
        <p:nvPicPr>
          <p:cNvPr id="30" name="Picture 29" descr="chart_n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371600"/>
            <a:ext cx="6720840" cy="2788920"/>
          </a:xfrm>
          <a:prstGeom prst="rect">
            <a:avLst/>
          </a:prstGeom>
        </p:spPr>
      </p:pic>
      <p:pic>
        <p:nvPicPr>
          <p:cNvPr id="31" name="Picture 30" descr="cm_n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4526280"/>
            <a:ext cx="2921000" cy="2103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2026-09-06T16:18:47Z</dcterms:created>
  <dcterms:modified xsi:type="dcterms:W3CDTF">2026-09-06T16:18:47Z</dcterms:modified>
</cp:coreProperties>
</file>